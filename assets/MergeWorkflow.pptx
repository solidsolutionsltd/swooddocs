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AF00"/>
    <a:srgbClr val="C89800"/>
    <a:srgbClr val="D2A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59" d="100"/>
          <a:sy n="59" d="100"/>
        </p:scale>
        <p:origin x="357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82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908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1636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505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010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183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9458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6436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5606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371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224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9B0B16-9E19-4E02-99D6-12EA1E42193C}" type="datetimeFigureOut">
              <a:rPr lang="en-GB" smtClean="0"/>
              <a:t>26/09/2024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EAAB1-02C3-4D36-812B-4F946B47419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65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82669A2-0109-FB4B-9D0C-85DD69D9A0FD}"/>
              </a:ext>
            </a:extLst>
          </p:cNvPr>
          <p:cNvGrpSpPr/>
          <p:nvPr/>
        </p:nvGrpSpPr>
        <p:grpSpPr>
          <a:xfrm>
            <a:off x="346710" y="624992"/>
            <a:ext cx="6152820" cy="5054933"/>
            <a:chOff x="346710" y="624992"/>
            <a:chExt cx="6152820" cy="5054933"/>
          </a:xfrm>
        </p:grpSpPr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6639416A-2A9D-61B1-EA8F-36199F60F9F2}"/>
                </a:ext>
              </a:extLst>
            </p:cNvPr>
            <p:cNvSpPr/>
            <p:nvPr/>
          </p:nvSpPr>
          <p:spPr>
            <a:xfrm>
              <a:off x="354330" y="4837525"/>
              <a:ext cx="6145200" cy="842400"/>
            </a:xfrm>
            <a:prstGeom prst="roundRect">
              <a:avLst/>
            </a:prstGeom>
            <a:solidFill>
              <a:schemeClr val="accent1"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64DFD2B6-66BE-A072-8A16-B17CED3BC432}"/>
                </a:ext>
              </a:extLst>
            </p:cNvPr>
            <p:cNvSpPr/>
            <p:nvPr/>
          </p:nvSpPr>
          <p:spPr>
            <a:xfrm>
              <a:off x="354330" y="3780759"/>
              <a:ext cx="6145200" cy="842400"/>
            </a:xfrm>
            <a:prstGeom prst="roundRect">
              <a:avLst/>
            </a:prstGeom>
            <a:solidFill>
              <a:schemeClr val="accent1"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A37C06B-E657-1F5D-6517-D3CE31FDFF0E}"/>
                </a:ext>
              </a:extLst>
            </p:cNvPr>
            <p:cNvSpPr/>
            <p:nvPr/>
          </p:nvSpPr>
          <p:spPr>
            <a:xfrm>
              <a:off x="352316" y="1665817"/>
              <a:ext cx="6145200" cy="842400"/>
            </a:xfrm>
            <a:prstGeom prst="roundRect">
              <a:avLst/>
            </a:prstGeom>
            <a:solidFill>
              <a:schemeClr val="accent1"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7E947829-6503-7B98-E985-C491D876371A}"/>
                </a:ext>
              </a:extLst>
            </p:cNvPr>
            <p:cNvSpPr/>
            <p:nvPr/>
          </p:nvSpPr>
          <p:spPr>
            <a:xfrm>
              <a:off x="354330" y="2722549"/>
              <a:ext cx="6145200" cy="842400"/>
            </a:xfrm>
            <a:prstGeom prst="roundRect">
              <a:avLst/>
            </a:prstGeom>
            <a:solidFill>
              <a:schemeClr val="accent1"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6334BB8A-DA23-CFB5-4299-9DC5861702DB}"/>
                </a:ext>
              </a:extLst>
            </p:cNvPr>
            <p:cNvSpPr/>
            <p:nvPr/>
          </p:nvSpPr>
          <p:spPr>
            <a:xfrm>
              <a:off x="346710" y="624992"/>
              <a:ext cx="6145312" cy="841075"/>
            </a:xfrm>
            <a:prstGeom prst="roundRect">
              <a:avLst/>
            </a:prstGeom>
            <a:solidFill>
              <a:schemeClr val="accent1"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" name="Flowchart: Connector 3">
              <a:extLst>
                <a:ext uri="{FF2B5EF4-FFF2-40B4-BE49-F238E27FC236}">
                  <a16:creationId xmlns:a16="http://schemas.microsoft.com/office/drawing/2014/main" id="{9AEE9498-B63C-E4A7-78A6-8EF4F491E54E}"/>
                </a:ext>
              </a:extLst>
            </p:cNvPr>
            <p:cNvSpPr/>
            <p:nvPr/>
          </p:nvSpPr>
          <p:spPr>
            <a:xfrm>
              <a:off x="1636760" y="785269"/>
              <a:ext cx="1003827" cy="553893"/>
            </a:xfrm>
            <a:prstGeom prst="flowChartConnector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13" dirty="0"/>
                <a:t>Design Project A</a:t>
              </a: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251267AD-F4C8-0D82-4E98-7073BA612AA8}"/>
                </a:ext>
              </a:extLst>
            </p:cNvPr>
            <p:cNvSpPr/>
            <p:nvPr/>
          </p:nvSpPr>
          <p:spPr>
            <a:xfrm>
              <a:off x="4353033" y="785269"/>
              <a:ext cx="1003827" cy="553893"/>
            </a:xfrm>
            <a:prstGeom prst="flowChartConnector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13" dirty="0"/>
                <a:t>Design Project B</a:t>
              </a:r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17F06332-0E84-9F24-72AF-197DEF7F1B2E}"/>
                </a:ext>
              </a:extLst>
            </p:cNvPr>
            <p:cNvSpPr/>
            <p:nvPr/>
          </p:nvSpPr>
          <p:spPr>
            <a:xfrm>
              <a:off x="2921265" y="2887475"/>
              <a:ext cx="1147286" cy="584351"/>
            </a:xfrm>
            <a:prstGeom prst="flowChartConnector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13" dirty="0"/>
                <a:t>Nest Project AB</a:t>
              </a:r>
            </a:p>
          </p:txBody>
        </p:sp>
        <p:sp>
          <p:nvSpPr>
            <p:cNvPr id="7" name="Flowchart: Process 6">
              <a:extLst>
                <a:ext uri="{FF2B5EF4-FFF2-40B4-BE49-F238E27FC236}">
                  <a16:creationId xmlns:a16="http://schemas.microsoft.com/office/drawing/2014/main" id="{C9584801-51FA-B5AF-3778-4127727CEE0F}"/>
                </a:ext>
              </a:extLst>
            </p:cNvPr>
            <p:cNvSpPr/>
            <p:nvPr/>
          </p:nvSpPr>
          <p:spPr>
            <a:xfrm>
              <a:off x="793224" y="1889760"/>
              <a:ext cx="679188" cy="412460"/>
            </a:xfrm>
            <a:prstGeom prst="flowChartProcess">
              <a:avLst/>
            </a:prstGeom>
            <a:solidFill>
              <a:srgbClr val="E6A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13" dirty="0"/>
                <a:t>Design Report A</a:t>
              </a:r>
            </a:p>
          </p:txBody>
        </p:sp>
        <p:sp>
          <p:nvSpPr>
            <p:cNvPr id="8" name="Flowchart: Process 7">
              <a:extLst>
                <a:ext uri="{FF2B5EF4-FFF2-40B4-BE49-F238E27FC236}">
                  <a16:creationId xmlns:a16="http://schemas.microsoft.com/office/drawing/2014/main" id="{6BC59402-3B69-56F0-C367-983C630BD5E9}"/>
                </a:ext>
              </a:extLst>
            </p:cNvPr>
            <p:cNvSpPr/>
            <p:nvPr/>
          </p:nvSpPr>
          <p:spPr>
            <a:xfrm>
              <a:off x="5356861" y="1889760"/>
              <a:ext cx="707916" cy="412460"/>
            </a:xfrm>
            <a:prstGeom prst="flowChartProcess">
              <a:avLst/>
            </a:prstGeom>
            <a:solidFill>
              <a:srgbClr val="E6A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13" dirty="0"/>
                <a:t>Design Report B</a:t>
              </a:r>
            </a:p>
          </p:txBody>
        </p:sp>
        <p:sp>
          <p:nvSpPr>
            <p:cNvPr id="9" name="Flowchart: Process 8">
              <a:extLst>
                <a:ext uri="{FF2B5EF4-FFF2-40B4-BE49-F238E27FC236}">
                  <a16:creationId xmlns:a16="http://schemas.microsoft.com/office/drawing/2014/main" id="{58FA13A0-1793-985F-D2FA-E46F753080EA}"/>
                </a:ext>
              </a:extLst>
            </p:cNvPr>
            <p:cNvSpPr/>
            <p:nvPr/>
          </p:nvSpPr>
          <p:spPr>
            <a:xfrm>
              <a:off x="3099651" y="3945258"/>
              <a:ext cx="790511" cy="540068"/>
            </a:xfrm>
            <a:prstGeom prst="flowChartProcess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13" dirty="0"/>
                <a:t>Nest Report AB</a:t>
              </a:r>
            </a:p>
          </p:txBody>
        </p:sp>
        <p:sp>
          <p:nvSpPr>
            <p:cNvPr id="10" name="Flowchart: Process 9">
              <a:extLst>
                <a:ext uri="{FF2B5EF4-FFF2-40B4-BE49-F238E27FC236}">
                  <a16:creationId xmlns:a16="http://schemas.microsoft.com/office/drawing/2014/main" id="{B008FF77-342E-740D-DBAA-20CEFB8B13CC}"/>
                </a:ext>
              </a:extLst>
            </p:cNvPr>
            <p:cNvSpPr/>
            <p:nvPr/>
          </p:nvSpPr>
          <p:spPr>
            <a:xfrm>
              <a:off x="3087713" y="5049860"/>
              <a:ext cx="814388" cy="540068"/>
            </a:xfrm>
            <a:prstGeom prst="flowChartProcess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013" dirty="0"/>
                <a:t>Merged Report AB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35BEB8D-4732-914C-D0C7-EAC285807481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2493580" y="1258046"/>
              <a:ext cx="595701" cy="1715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27EA814-8575-33EC-768D-CFC1AF01766D}"/>
                </a:ext>
              </a:extLst>
            </p:cNvPr>
            <p:cNvCxnSpPr>
              <a:cxnSpLocks/>
              <a:stCxn id="5" idx="3"/>
              <a:endCxn id="6" idx="7"/>
            </p:cNvCxnSpPr>
            <p:nvPr/>
          </p:nvCxnSpPr>
          <p:spPr>
            <a:xfrm flipH="1">
              <a:off x="3900535" y="1258046"/>
              <a:ext cx="599505" cy="17150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26C631-B551-5DD5-3C68-ADEA33A7BA05}"/>
                </a:ext>
              </a:extLst>
            </p:cNvPr>
            <p:cNvCxnSpPr>
              <a:cxnSpLocks/>
              <a:stCxn id="4" idx="3"/>
              <a:endCxn id="7" idx="0"/>
            </p:cNvCxnSpPr>
            <p:nvPr/>
          </p:nvCxnSpPr>
          <p:spPr>
            <a:xfrm flipH="1">
              <a:off x="1132818" y="1258046"/>
              <a:ext cx="650949" cy="63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80804EB-BE07-F099-ED19-2F32D8DC2D30}"/>
                </a:ext>
              </a:extLst>
            </p:cNvPr>
            <p:cNvCxnSpPr>
              <a:cxnSpLocks/>
              <a:stCxn id="5" idx="5"/>
              <a:endCxn id="8" idx="0"/>
            </p:cNvCxnSpPr>
            <p:nvPr/>
          </p:nvCxnSpPr>
          <p:spPr>
            <a:xfrm>
              <a:off x="5209853" y="1258046"/>
              <a:ext cx="500966" cy="63171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185773B-D9BB-1454-2622-5F1AF7D4E1E9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 flipH="1">
              <a:off x="3494907" y="3471826"/>
              <a:ext cx="1" cy="4734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28FAE91-B91D-CEF0-E4CA-994F9E3E37B0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3494907" y="4485326"/>
              <a:ext cx="0" cy="5645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4A967A9-D58D-4D32-A3D0-17EA9B7CEA9D}"/>
                </a:ext>
              </a:extLst>
            </p:cNvPr>
            <p:cNvCxnSpPr>
              <a:cxnSpLocks/>
              <a:stCxn id="7" idx="2"/>
            </p:cNvCxnSpPr>
            <p:nvPr/>
          </p:nvCxnSpPr>
          <p:spPr>
            <a:xfrm>
              <a:off x="1132818" y="2302220"/>
              <a:ext cx="0" cy="26393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C3BCC0D-3705-4EB9-1893-B974CE49DD40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5710819" y="2302220"/>
              <a:ext cx="14362" cy="26393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2617FF4-B38E-4A3C-AEC9-5BEB9E93CE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2818" y="4941570"/>
              <a:ext cx="459236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7726A30C-CA6A-BF71-5F1C-ED852E98388A}"/>
                </a:ext>
              </a:extLst>
            </p:cNvPr>
            <p:cNvSpPr/>
            <p:nvPr/>
          </p:nvSpPr>
          <p:spPr>
            <a:xfrm>
              <a:off x="453628" y="939657"/>
              <a:ext cx="216000" cy="216000"/>
            </a:xfrm>
            <a:prstGeom prst="ellipse">
              <a:avLst/>
            </a:prstGeom>
            <a:noFill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1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139E1A0D-9746-608B-CC0F-1271227A9A14}"/>
                </a:ext>
              </a:extLst>
            </p:cNvPr>
            <p:cNvSpPr/>
            <p:nvPr/>
          </p:nvSpPr>
          <p:spPr>
            <a:xfrm>
              <a:off x="453628" y="1967989"/>
              <a:ext cx="216000" cy="216000"/>
            </a:xfrm>
            <a:prstGeom prst="ellipse">
              <a:avLst/>
            </a:prstGeom>
            <a:noFill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2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7C406ED-3697-2870-510C-1FC6B2868708}"/>
                </a:ext>
              </a:extLst>
            </p:cNvPr>
            <p:cNvSpPr/>
            <p:nvPr/>
          </p:nvSpPr>
          <p:spPr>
            <a:xfrm>
              <a:off x="453628" y="3025339"/>
              <a:ext cx="216000" cy="216000"/>
            </a:xfrm>
            <a:prstGeom prst="ellipse">
              <a:avLst/>
            </a:prstGeom>
            <a:noFill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3</a:t>
              </a: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84674672-65FD-69CF-33AB-64BE843C792B}"/>
                </a:ext>
              </a:extLst>
            </p:cNvPr>
            <p:cNvSpPr/>
            <p:nvPr/>
          </p:nvSpPr>
          <p:spPr>
            <a:xfrm>
              <a:off x="443917" y="4083550"/>
              <a:ext cx="216000" cy="216000"/>
            </a:xfrm>
            <a:prstGeom prst="ellipse">
              <a:avLst/>
            </a:prstGeom>
            <a:noFill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4</a:t>
              </a: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A19393A6-65E2-DE7F-DD2A-BD6B1741520D}"/>
                </a:ext>
              </a:extLst>
            </p:cNvPr>
            <p:cNvSpPr/>
            <p:nvPr/>
          </p:nvSpPr>
          <p:spPr>
            <a:xfrm>
              <a:off x="458827" y="5147936"/>
              <a:ext cx="216000" cy="216000"/>
            </a:xfrm>
            <a:prstGeom prst="ellipse">
              <a:avLst/>
            </a:prstGeom>
            <a:noFill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97761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</TotalTime>
  <Words>26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Romel Cumare</dc:creator>
  <cp:lastModifiedBy>Romel Cumare</cp:lastModifiedBy>
  <cp:revision>4</cp:revision>
  <dcterms:created xsi:type="dcterms:W3CDTF">2024-09-18T00:06:45Z</dcterms:created>
  <dcterms:modified xsi:type="dcterms:W3CDTF">2024-09-25T23:25:38Z</dcterms:modified>
</cp:coreProperties>
</file>