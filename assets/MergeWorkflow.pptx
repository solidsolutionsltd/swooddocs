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150" d="100"/>
          <a:sy n="150" d="100"/>
        </p:scale>
        <p:origin x="864" y="-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8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0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63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05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010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83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45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436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06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71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22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B0B16-9E19-4E02-99D6-12EA1E42193C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EAAB1-02C3-4D36-812B-4F946B47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6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DE42C5E-2555-A668-5257-172D65AD2706}"/>
              </a:ext>
            </a:extLst>
          </p:cNvPr>
          <p:cNvSpPr/>
          <p:nvPr/>
        </p:nvSpPr>
        <p:spPr>
          <a:xfrm>
            <a:off x="337076" y="3740476"/>
            <a:ext cx="6242050" cy="2025324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A37C06B-E657-1F5D-6517-D3CE31FDFF0E}"/>
              </a:ext>
            </a:extLst>
          </p:cNvPr>
          <p:cNvSpPr/>
          <p:nvPr/>
        </p:nvSpPr>
        <p:spPr>
          <a:xfrm>
            <a:off x="337076" y="1680818"/>
            <a:ext cx="6242050" cy="831328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E947829-6503-7B98-E985-C491D876371A}"/>
              </a:ext>
            </a:extLst>
          </p:cNvPr>
          <p:cNvSpPr/>
          <p:nvPr/>
        </p:nvSpPr>
        <p:spPr>
          <a:xfrm>
            <a:off x="361950" y="2692069"/>
            <a:ext cx="6242050" cy="924007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334BB8A-DA23-CFB5-4299-9DC5861702DB}"/>
              </a:ext>
            </a:extLst>
          </p:cNvPr>
          <p:cNvSpPr/>
          <p:nvPr/>
        </p:nvSpPr>
        <p:spPr>
          <a:xfrm>
            <a:off x="361950" y="632612"/>
            <a:ext cx="6242050" cy="841075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9AEE9498-B63C-E4A7-78A6-8EF4F491E54E}"/>
              </a:ext>
            </a:extLst>
          </p:cNvPr>
          <p:cNvSpPr/>
          <p:nvPr/>
        </p:nvSpPr>
        <p:spPr>
          <a:xfrm>
            <a:off x="1633837" y="701449"/>
            <a:ext cx="708750" cy="70875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Project A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251267AD-F4C8-0D82-4E98-7073BA612AA8}"/>
              </a:ext>
            </a:extLst>
          </p:cNvPr>
          <p:cNvSpPr/>
          <p:nvPr/>
        </p:nvSpPr>
        <p:spPr>
          <a:xfrm>
            <a:off x="4353034" y="701449"/>
            <a:ext cx="708750" cy="70875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Project B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7F06332-0E84-9F24-72AF-197DEF7F1B2E}"/>
              </a:ext>
            </a:extLst>
          </p:cNvPr>
          <p:cNvSpPr/>
          <p:nvPr/>
        </p:nvSpPr>
        <p:spPr>
          <a:xfrm>
            <a:off x="3039066" y="2816469"/>
            <a:ext cx="708750" cy="70875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Nest AB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C9584801-51FA-B5AF-3778-4127727CEE0F}"/>
              </a:ext>
            </a:extLst>
          </p:cNvPr>
          <p:cNvSpPr/>
          <p:nvPr/>
        </p:nvSpPr>
        <p:spPr>
          <a:xfrm>
            <a:off x="793224" y="1838352"/>
            <a:ext cx="504063" cy="540068"/>
          </a:xfrm>
          <a:prstGeom prst="flowChart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Report A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6BC59402-3B69-56F0-C367-983C630BD5E9}"/>
              </a:ext>
            </a:extLst>
          </p:cNvPr>
          <p:cNvSpPr/>
          <p:nvPr/>
        </p:nvSpPr>
        <p:spPr>
          <a:xfrm>
            <a:off x="5560713" y="1838352"/>
            <a:ext cx="504063" cy="540068"/>
          </a:xfrm>
          <a:prstGeom prst="flowChart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Report B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8FA13A0-1793-985F-D2FA-E46F753080EA}"/>
              </a:ext>
            </a:extLst>
          </p:cNvPr>
          <p:cNvSpPr/>
          <p:nvPr/>
        </p:nvSpPr>
        <p:spPr>
          <a:xfrm>
            <a:off x="3141409" y="3881951"/>
            <a:ext cx="504063" cy="540068"/>
          </a:xfrm>
          <a:prstGeom prst="flowChart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Report AB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B008FF77-342E-740D-DBAA-20CEFB8B13CC}"/>
              </a:ext>
            </a:extLst>
          </p:cNvPr>
          <p:cNvSpPr/>
          <p:nvPr/>
        </p:nvSpPr>
        <p:spPr>
          <a:xfrm>
            <a:off x="2987698" y="5054627"/>
            <a:ext cx="814388" cy="540068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Merged Report AB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5BEB8D-4732-914C-D0C7-EAC285807481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2238793" y="1306405"/>
            <a:ext cx="904067" cy="1613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7EA814-8575-33EC-768D-CFC1AF01766D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3644022" y="1306405"/>
            <a:ext cx="812806" cy="1613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26C631-B551-5DD5-3C68-ADEA33A7BA05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 flipH="1">
            <a:off x="1045256" y="1306405"/>
            <a:ext cx="692375" cy="531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80804EB-BE07-F099-ED19-2F32D8DC2D30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4957990" y="1306405"/>
            <a:ext cx="854755" cy="531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185773B-D9BB-1454-2622-5F1AF7D4E1E9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3393441" y="3525219"/>
            <a:ext cx="0" cy="356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8FAE91-B91D-CEF0-E4CA-994F9E3E37B0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3393441" y="4422019"/>
            <a:ext cx="1451" cy="632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4A967A9-D58D-4D32-A3D0-17EA9B7CEA9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045256" y="2378420"/>
            <a:ext cx="0" cy="2250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C3BCC0D-3705-4EB9-1893-B974CE49DD4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5812745" y="2378420"/>
            <a:ext cx="32673" cy="2250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2617FF4-B38E-4A3C-AEC9-5BEB9E93CE43}"/>
              </a:ext>
            </a:extLst>
          </p:cNvPr>
          <p:cNvCxnSpPr>
            <a:cxnSpLocks/>
          </p:cNvCxnSpPr>
          <p:nvPr/>
        </p:nvCxnSpPr>
        <p:spPr>
          <a:xfrm flipH="1">
            <a:off x="1045255" y="4629150"/>
            <a:ext cx="47838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761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15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Romel Cumare</dc:creator>
  <cp:lastModifiedBy>Romel Cumare</cp:lastModifiedBy>
  <cp:revision>1</cp:revision>
  <dcterms:created xsi:type="dcterms:W3CDTF">2024-09-18T00:06:45Z</dcterms:created>
  <dcterms:modified xsi:type="dcterms:W3CDTF">2024-09-18T00:27:52Z</dcterms:modified>
</cp:coreProperties>
</file>